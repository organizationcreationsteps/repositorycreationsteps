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044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66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359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746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1095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2055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0341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64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162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740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01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92622-E427-4141-AE04-44E83C0EA317}" type="datetimeFigureOut">
              <a:rPr kumimoji="1" lang="ja-JP" altLang="en-US" smtClean="0"/>
              <a:t>2026/2/20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CE96C-ED65-4FBC-BE7A-D88A6C6391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79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サンプルなので実際の定義は</a:t>
            </a:r>
            <a:r>
              <a:rPr kumimoji="1" lang="ja-JP" altLang="en-US" smtClean="0"/>
              <a:t>無し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942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サンプルなので実際の定義は無し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サンプルなので実際の定義は無し</dc:title>
  <dc:creator>tfo</dc:creator>
  <cp:lastModifiedBy>tfo</cp:lastModifiedBy>
  <cp:revision>1</cp:revision>
  <dcterms:created xsi:type="dcterms:W3CDTF">2026-02-20T05:49:22Z</dcterms:created>
  <dcterms:modified xsi:type="dcterms:W3CDTF">2026-02-20T05:49:48Z</dcterms:modified>
</cp:coreProperties>
</file>